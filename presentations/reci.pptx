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87338B-C413-48A4-9E7D-82752CE50497}" v="1" dt="2026-06-30T23:39:34.400"/>
    <p1510:client id="{80D5DCBB-B7B6-829C-7D68-0BB738F48A4D}" v="2" dt="2026-06-30T23:12:43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13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-1554480"/>
            <a:ext cx="4389120" cy="4389120"/>
          </a:xfrm>
          <a:prstGeom prst="rect">
            <a:avLst/>
          </a:prstGeom>
        </p:spPr>
      </p:pic>
      <p:pic>
        <p:nvPicPr>
          <p:cNvPr id="3" name="Image 1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85800"/>
            <a:ext cx="960120" cy="960120"/>
          </a:xfrm>
          <a:prstGeom prst="rect">
            <a:avLst/>
          </a:prstGeom>
        </p:spPr>
      </p:pic>
      <p:pic>
        <p:nvPicPr>
          <p:cNvPr id="4" name="Image 2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5394960"/>
            <a:ext cx="1051560" cy="10515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-1005840" y="5029200"/>
            <a:ext cx="2560320" cy="2560320"/>
          </a:xfrm>
          <a:prstGeom prst="ellipse">
            <a:avLst/>
          </a:prstGeom>
          <a:ln w="22225">
            <a:solidFill>
              <a:srgbClr val="FBD0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3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532120"/>
            <a:ext cx="640080" cy="64008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0" y="2148840"/>
            <a:ext cx="1216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kern="0" spc="2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RECI</a:t>
            </a:r>
            <a:endParaRPr lang="en-US" sz="9600"/>
          </a:p>
        </p:txBody>
      </p:sp>
      <p:sp>
        <p:nvSpPr>
          <p:cNvPr id="8" name="Text 2"/>
          <p:cNvSpPr/>
          <p:nvPr/>
        </p:nvSpPr>
        <p:spPr>
          <a:xfrm>
            <a:off x="0" y="3611880"/>
            <a:ext cx="121615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400" b="1" i="1">
                <a:solidFill>
                  <a:srgbClr val="211E18"/>
                </a:solidFill>
                <a:latin typeface="Calibri"/>
                <a:ea typeface="Calibri"/>
                <a:cs typeface="Calibri"/>
              </a:rPr>
              <a:t>The #1 social media for chefs</a:t>
            </a:r>
            <a:endParaRPr lang="en-US" sz="2400"/>
          </a:p>
        </p:txBody>
      </p:sp>
      <p:sp>
        <p:nvSpPr>
          <p:cNvPr id="9" name="Text 3"/>
          <p:cNvSpPr/>
          <p:nvPr/>
        </p:nvSpPr>
        <p:spPr>
          <a:xfrm>
            <a:off x="0" y="489204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kern="0" spc="100">
                <a:solidFill>
                  <a:srgbClr val="8C8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AVAYA AGARWAL  ·  ARCHANA NANTHIKATTU  ·  CINDY ZOU</a:t>
            </a:r>
            <a:endParaRPr lang="en-US" sz="130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kern="0" spc="100">
                <a:solidFill>
                  <a:srgbClr val="8C8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CRUZ  ·  ADI KEWALRAM  ·  KAAVYA VASSA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-1188720"/>
            <a:ext cx="3108960" cy="3108960"/>
          </a:xfrm>
          <a:prstGeom prst="rect">
            <a:avLst/>
          </a:prstGeom>
        </p:spPr>
      </p:pic>
      <p:pic>
        <p:nvPicPr>
          <p:cNvPr id="3" name="Image 1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97280" y="5943600"/>
            <a:ext cx="2103120" cy="21031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881360" y="5212080"/>
            <a:ext cx="1463040" cy="1463040"/>
          </a:xfrm>
          <a:prstGeom prst="ellipse">
            <a:avLst/>
          </a:prstGeom>
          <a:ln w="22225">
            <a:solidFill>
              <a:srgbClr val="F2A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300"/>
          </a:p>
        </p:txBody>
      </p:sp>
      <p:sp>
        <p:nvSpPr>
          <p:cNvPr id="6" name="Text 2"/>
          <p:cNvSpPr/>
          <p:nvPr/>
        </p:nvSpPr>
        <p:spPr>
          <a:xfrm>
            <a:off x="713232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online should be inspiring. Instead, it's exhausting.</a:t>
            </a:r>
            <a:endParaRPr lang="en-US" sz="1650"/>
          </a:p>
        </p:txBody>
      </p:sp>
      <p:sp>
        <p:nvSpPr>
          <p:cNvPr id="7" name="Text 3"/>
          <p:cNvSpPr/>
          <p:nvPr/>
        </p:nvSpPr>
        <p:spPr>
          <a:xfrm>
            <a:off x="731520" y="21488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D966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/>
          </a:p>
        </p:txBody>
      </p:sp>
      <p:sp>
        <p:nvSpPr>
          <p:cNvPr id="8" name="Text 4"/>
          <p:cNvSpPr/>
          <p:nvPr/>
        </p:nvSpPr>
        <p:spPr>
          <a:xfrm>
            <a:off x="1691640" y="210312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blogs are unreadable.  </a:t>
            </a:r>
            <a:r>
              <a:rPr lang="en-US" sz="15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ingredients buried under thousands of words and a wall of ads.</a:t>
            </a:r>
            <a:endParaRPr lang="en-US" sz="1800"/>
          </a:p>
        </p:txBody>
      </p:sp>
      <p:sp>
        <p:nvSpPr>
          <p:cNvPr id="9" name="Text 5"/>
          <p:cNvSpPr/>
          <p:nvPr/>
        </p:nvSpPr>
        <p:spPr>
          <a:xfrm>
            <a:off x="731520" y="31363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D966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/>
          </a:p>
        </p:txBody>
      </p:sp>
      <p:sp>
        <p:nvSpPr>
          <p:cNvPr id="10" name="Text 6"/>
          <p:cNvSpPr/>
          <p:nvPr/>
        </p:nvSpPr>
        <p:spPr>
          <a:xfrm>
            <a:off x="1691640" y="3090672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one to trust.  </a:t>
            </a:r>
            <a:r>
              <a:rPr lang="en-US" sz="15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see what the people you actually know are cooking and loving.</a:t>
            </a:r>
            <a:endParaRPr lang="en-US" sz="1800"/>
          </a:p>
        </p:txBody>
      </p:sp>
      <p:sp>
        <p:nvSpPr>
          <p:cNvPr id="11" name="Text 7"/>
          <p:cNvSpPr/>
          <p:nvPr/>
        </p:nvSpPr>
        <p:spPr>
          <a:xfrm>
            <a:off x="731520" y="412394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D966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/>
          </a:p>
        </p:txBody>
      </p:sp>
      <p:sp>
        <p:nvSpPr>
          <p:cNvPr id="12" name="Text 8"/>
          <p:cNvSpPr/>
          <p:nvPr/>
        </p:nvSpPr>
        <p:spPr>
          <a:xfrm>
            <a:off x="1691640" y="4078224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is left to luck.  </a:t>
            </a:r>
            <a:r>
              <a:rPr lang="en-US" sz="15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personalized feed exists; it’s just whatever Google ranked highest this month.</a:t>
            </a:r>
            <a:endParaRPr lang="en-US" sz="1800"/>
          </a:p>
        </p:txBody>
      </p:sp>
      <p:sp>
        <p:nvSpPr>
          <p:cNvPr id="13" name="Text 9"/>
          <p:cNvSpPr/>
          <p:nvPr/>
        </p:nvSpPr>
        <p:spPr>
          <a:xfrm>
            <a:off x="731520" y="511149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D966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/>
          </a:p>
        </p:txBody>
      </p:sp>
      <p:sp>
        <p:nvSpPr>
          <p:cNvPr id="14" name="Text 10"/>
          <p:cNvSpPr/>
          <p:nvPr/>
        </p:nvSpPr>
        <p:spPr>
          <a:xfrm>
            <a:off x="1691640" y="5065776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feels lonely.  </a:t>
            </a:r>
            <a:r>
              <a:rPr lang="en-US" sz="15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be social and fun ends up isolating and overwhelming.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-1463040"/>
            <a:ext cx="3657600" cy="3657600"/>
          </a:xfrm>
          <a:prstGeom prst="rect">
            <a:avLst/>
          </a:prstGeom>
        </p:spPr>
      </p:pic>
      <p:pic>
        <p:nvPicPr>
          <p:cNvPr id="3" name="Image 1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394960"/>
            <a:ext cx="1371600" cy="1371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Reci</a:t>
            </a:r>
            <a:endParaRPr lang="en-US" sz="3300"/>
          </a:p>
        </p:txBody>
      </p:sp>
      <p:sp>
        <p:nvSpPr>
          <p:cNvPr id="5" name="Text 1"/>
          <p:cNvSpPr/>
          <p:nvPr/>
        </p:nvSpPr>
        <p:spPr>
          <a:xfrm>
            <a:off x="713232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social network for home cooks - discover, share, and rate recipes with friends.</a:t>
            </a:r>
            <a:endParaRPr lang="en-US" sz="1650"/>
          </a:p>
        </p:txBody>
      </p:sp>
      <p:sp>
        <p:nvSpPr>
          <p:cNvPr id="6" name="Shape 2"/>
          <p:cNvSpPr/>
          <p:nvPr/>
        </p:nvSpPr>
        <p:spPr>
          <a:xfrm>
            <a:off x="685800" y="2331720"/>
            <a:ext cx="338328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2" descr="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743200"/>
            <a:ext cx="292608" cy="2926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feed worth scrolling</a:t>
            </a:r>
            <a:endParaRPr lang="en-US" sz="1600"/>
          </a:p>
        </p:txBody>
      </p:sp>
      <p:sp>
        <p:nvSpPr>
          <p:cNvPr id="9" name="Text 4"/>
          <p:cNvSpPr/>
          <p:nvPr/>
        </p:nvSpPr>
        <p:spPr>
          <a:xfrm>
            <a:off x="1051560" y="4023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beautiful, genuinely addictive stream of real food from real cooks.</a:t>
            </a:r>
            <a:endParaRPr lang="en-US" sz="1400"/>
          </a:p>
        </p:txBody>
      </p:sp>
      <p:sp>
        <p:nvSpPr>
          <p:cNvPr id="10" name="Shape 5"/>
          <p:cNvSpPr/>
          <p:nvPr/>
        </p:nvSpPr>
        <p:spPr>
          <a:xfrm>
            <a:off x="4389120" y="2331720"/>
            <a:ext cx="338328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3" descr="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74320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548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Ratings you can trust</a:t>
            </a:r>
            <a:endParaRPr lang="en-US" sz="1600"/>
          </a:p>
        </p:txBody>
      </p:sp>
      <p:sp>
        <p:nvSpPr>
          <p:cNvPr id="13" name="Text 7"/>
          <p:cNvSpPr/>
          <p:nvPr/>
        </p:nvSpPr>
        <p:spPr>
          <a:xfrm>
            <a:off x="4754880" y="4023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Friend-driven scores and leaderboards from people whose taste you actually know.</a:t>
            </a:r>
            <a:endParaRPr lang="en-US" sz="1400"/>
          </a:p>
        </p:txBody>
      </p:sp>
      <p:sp>
        <p:nvSpPr>
          <p:cNvPr id="14" name="Shape 8"/>
          <p:cNvSpPr/>
          <p:nvPr/>
        </p:nvSpPr>
        <p:spPr>
          <a:xfrm>
            <a:off x="8092440" y="2331720"/>
            <a:ext cx="338328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4" descr="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743200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45820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Recipes with real depth</a:t>
            </a:r>
            <a:endParaRPr lang="en-US" sz="1600"/>
          </a:p>
        </p:txBody>
      </p:sp>
      <p:sp>
        <p:nvSpPr>
          <p:cNvPr id="17" name="Text 10"/>
          <p:cNvSpPr/>
          <p:nvPr/>
        </p:nvSpPr>
        <p:spPr>
          <a:xfrm>
            <a:off x="8458200" y="4023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ingredients, step-by-step instructions, times, and nutrition.</a:t>
            </a:r>
            <a:endParaRPr lang="en-US" sz="1400"/>
          </a:p>
        </p:txBody>
      </p:sp>
      <p:sp>
        <p:nvSpPr>
          <p:cNvPr id="18" name="Text 11"/>
          <p:cNvSpPr/>
          <p:nvPr/>
        </p:nvSpPr>
        <p:spPr>
          <a:xfrm>
            <a:off x="685800" y="53492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 one place - </a:t>
            </a:r>
            <a:r>
              <a:rPr lang="en-US" sz="170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social, trusted, and actually useful.</a:t>
            </a:r>
            <a:endParaRPr lang="en-US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-1097280"/>
            <a:ext cx="2926080" cy="2926080"/>
          </a:xfrm>
          <a:prstGeom prst="rect">
            <a:avLst/>
          </a:prstGeom>
        </p:spPr>
      </p:pic>
      <p:pic>
        <p:nvPicPr>
          <p:cNvPr id="3" name="Image 1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97280" y="603504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300"/>
          </a:p>
        </p:txBody>
      </p:sp>
      <p:sp>
        <p:nvSpPr>
          <p:cNvPr id="5" name="Text 1"/>
          <p:cNvSpPr/>
          <p:nvPr/>
        </p:nvSpPr>
        <p:spPr>
          <a:xfrm>
            <a:off x="713232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sign-up to a feed that knows your taste, all in five steps.</a:t>
            </a:r>
            <a:endParaRPr lang="en-US" sz="1650"/>
          </a:p>
        </p:txBody>
      </p:sp>
      <p:pic>
        <p:nvPicPr>
          <p:cNvPr id="6" name="Image 2" descr="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176272"/>
            <a:ext cx="566928" cy="56692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77240" y="21762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/>
          </a:p>
        </p:txBody>
      </p:sp>
      <p:sp>
        <p:nvSpPr>
          <p:cNvPr id="8" name="Text 3"/>
          <p:cNvSpPr/>
          <p:nvPr/>
        </p:nvSpPr>
        <p:spPr>
          <a:xfrm>
            <a:off x="1554480" y="21488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profile   </a:t>
            </a:r>
            <a:r>
              <a:rPr lang="en-US" sz="14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and start a cooking profile in seconds.</a:t>
            </a:r>
            <a:endParaRPr lang="en-US" sz="1650"/>
          </a:p>
        </p:txBody>
      </p:sp>
      <p:pic>
        <p:nvPicPr>
          <p:cNvPr id="9" name="Image 3" descr="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926080"/>
            <a:ext cx="566928" cy="56692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77240" y="2926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/>
          </a:p>
        </p:txBody>
      </p:sp>
      <p:sp>
        <p:nvSpPr>
          <p:cNvPr id="11" name="Text 5"/>
          <p:cNvSpPr/>
          <p:nvPr/>
        </p:nvSpPr>
        <p:spPr>
          <a:xfrm>
            <a:off x="1554480" y="28986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feed   </a:t>
            </a:r>
            <a:r>
              <a:rPr lang="en-US" sz="14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a live feed of recipes from cooks you follow.</a:t>
            </a:r>
            <a:endParaRPr lang="en-US" sz="1650"/>
          </a:p>
        </p:txBody>
      </p:sp>
      <p:pic>
        <p:nvPicPr>
          <p:cNvPr id="12" name="Image 4" descr="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75888"/>
            <a:ext cx="566928" cy="56692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77240" y="36758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/>
          </a:p>
        </p:txBody>
      </p:sp>
      <p:sp>
        <p:nvSpPr>
          <p:cNvPr id="14" name="Text 7"/>
          <p:cNvSpPr/>
          <p:nvPr/>
        </p:nvSpPr>
        <p:spPr>
          <a:xfrm>
            <a:off x="1554480" y="3648456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recipe   </a:t>
            </a:r>
            <a:r>
              <a:rPr lang="en-US" sz="14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ingredients, steps, times, and photos.</a:t>
            </a:r>
            <a:endParaRPr lang="en-US" sz="1650"/>
          </a:p>
        </p:txBody>
      </p:sp>
      <p:pic>
        <p:nvPicPr>
          <p:cNvPr id="15" name="Image 5" descr="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425696"/>
            <a:ext cx="566928" cy="56692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77240" y="44256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/>
          </a:p>
        </p:txBody>
      </p:sp>
      <p:sp>
        <p:nvSpPr>
          <p:cNvPr id="17" name="Text 9"/>
          <p:cNvSpPr/>
          <p:nvPr/>
        </p:nvSpPr>
        <p:spPr>
          <a:xfrm>
            <a:off x="1554480" y="4398264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&amp; save   </a:t>
            </a:r>
            <a:r>
              <a:rPr lang="en-US" sz="14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recipes - averages and leaderboards update instantly.</a:t>
            </a:r>
            <a:endParaRPr lang="en-US" sz="1650"/>
          </a:p>
        </p:txBody>
      </p:sp>
      <p:pic>
        <p:nvPicPr>
          <p:cNvPr id="18" name="Image 6" descr="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175504"/>
            <a:ext cx="566928" cy="56692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77240" y="51755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/>
          </a:p>
        </p:txBody>
      </p:sp>
      <p:sp>
        <p:nvSpPr>
          <p:cNvPr id="20" name="Text 11"/>
          <p:cNvSpPr/>
          <p:nvPr/>
        </p:nvSpPr>
        <p:spPr>
          <a:xfrm>
            <a:off x="1554480" y="514807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For You feed   </a:t>
            </a:r>
            <a:r>
              <a:rPr lang="en-US" sz="14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activity trains a personalized stream of what to cook next.</a:t>
            </a:r>
            <a:endParaRPr lang="en-US" sz="1650"/>
          </a:p>
        </p:txBody>
      </p:sp>
      <p:sp>
        <p:nvSpPr>
          <p:cNvPr id="21" name="Text 12"/>
          <p:cNvSpPr/>
          <p:nvPr/>
        </p:nvSpPr>
        <p:spPr>
          <a:xfrm>
            <a:off x="77724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D96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We'll show all of this live in the deployed app.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-1554480"/>
            <a:ext cx="3840480" cy="3840480"/>
          </a:xfrm>
          <a:prstGeom prst="rect">
            <a:avLst/>
          </a:prstGeom>
        </p:spPr>
      </p:pic>
      <p:pic>
        <p:nvPicPr>
          <p:cNvPr id="3" name="Image 1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48640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300"/>
          </a:p>
        </p:txBody>
      </p:sp>
      <p:sp>
        <p:nvSpPr>
          <p:cNvPr id="5" name="Text 1"/>
          <p:cNvSpPr/>
          <p:nvPr/>
        </p:nvSpPr>
        <p:spPr>
          <a:xfrm>
            <a:off x="713232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that turn a recipe app into a daily habit.</a:t>
            </a:r>
            <a:endParaRPr lang="en-US" sz="1650"/>
          </a:p>
        </p:txBody>
      </p:sp>
      <p:sp>
        <p:nvSpPr>
          <p:cNvPr id="6" name="Shape 2"/>
          <p:cNvSpPr/>
          <p:nvPr/>
        </p:nvSpPr>
        <p:spPr>
          <a:xfrm>
            <a:off x="685800" y="224028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FBF1E0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05156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D966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/>
          </a:p>
        </p:txBody>
      </p:sp>
      <p:sp>
        <p:nvSpPr>
          <p:cNvPr id="8" name="Text 4"/>
          <p:cNvSpPr/>
          <p:nvPr/>
        </p:nvSpPr>
        <p:spPr>
          <a:xfrm>
            <a:off x="1051560" y="3154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feed &amp; ratings</a:t>
            </a:r>
            <a:endParaRPr lang="en-US" sz="1600"/>
          </a:p>
        </p:txBody>
      </p:sp>
      <p:sp>
        <p:nvSpPr>
          <p:cNvPr id="9" name="Text 5"/>
          <p:cNvSpPr/>
          <p:nvPr/>
        </p:nvSpPr>
        <p:spPr>
          <a:xfrm>
            <a:off x="1051560" y="38404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Like, save, comment, and rate every recipe. Each interaction feeds the leaderboards and pushes great recipes to the top.</a:t>
            </a:r>
            <a:endParaRPr lang="en-US" sz="1350"/>
          </a:p>
        </p:txBody>
      </p:sp>
      <p:sp>
        <p:nvSpPr>
          <p:cNvPr id="10" name="Shape 6"/>
          <p:cNvSpPr/>
          <p:nvPr/>
        </p:nvSpPr>
        <p:spPr>
          <a:xfrm>
            <a:off x="4389120" y="224028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FBF1E0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75488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D966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/>
          </a:p>
        </p:txBody>
      </p:sp>
      <p:sp>
        <p:nvSpPr>
          <p:cNvPr id="12" name="Text 8"/>
          <p:cNvSpPr/>
          <p:nvPr/>
        </p:nvSpPr>
        <p:spPr>
          <a:xfrm>
            <a:off x="4754880" y="3154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Personalized For You</a:t>
            </a:r>
            <a:endParaRPr lang="en-US" sz="1600"/>
          </a:p>
        </p:txBody>
      </p:sp>
      <p:sp>
        <p:nvSpPr>
          <p:cNvPr id="13" name="Text 9"/>
          <p:cNvSpPr/>
          <p:nvPr/>
        </p:nvSpPr>
        <p:spPr>
          <a:xfrm>
            <a:off x="4754880" y="38404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recommendation engine that learns from what you cook, save, and what your friends are loving right now.</a:t>
            </a:r>
            <a:endParaRPr lang="en-US" sz="1350"/>
          </a:p>
        </p:txBody>
      </p:sp>
      <p:sp>
        <p:nvSpPr>
          <p:cNvPr id="14" name="Shape 10"/>
          <p:cNvSpPr/>
          <p:nvPr/>
        </p:nvSpPr>
        <p:spPr>
          <a:xfrm>
            <a:off x="8092440" y="224028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FBF1E0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45820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D966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/>
          </a:p>
        </p:txBody>
      </p:sp>
      <p:sp>
        <p:nvSpPr>
          <p:cNvPr id="16" name="Text 12"/>
          <p:cNvSpPr/>
          <p:nvPr/>
        </p:nvSpPr>
        <p:spPr>
          <a:xfrm>
            <a:off x="8458200" y="3154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Friends &amp; following</a:t>
            </a:r>
            <a:endParaRPr lang="en-US" sz="1600"/>
          </a:p>
        </p:txBody>
      </p:sp>
      <p:sp>
        <p:nvSpPr>
          <p:cNvPr id="17" name="Text 13"/>
          <p:cNvSpPr/>
          <p:nvPr/>
        </p:nvSpPr>
        <p:spPr>
          <a:xfrm>
            <a:off x="8458200" y="38404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cooking circle, follow other creators, and switch to a feed of only the people you care about.</a:t>
            </a:r>
            <a:endParaRPr lang="en-US" sz="1350"/>
          </a:p>
        </p:txBody>
      </p:sp>
      <p:sp>
        <p:nvSpPr>
          <p:cNvPr id="18" name="Text 14"/>
          <p:cNvSpPr/>
          <p:nvPr/>
        </p:nvSpPr>
        <p:spPr>
          <a:xfrm>
            <a:off x="685800" y="5532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 </a:t>
            </a:r>
            <a:r>
              <a:rPr lang="en-US" sz="14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global search &amp; filters, leaderboards, and a budget-friendly section.</a:t>
            </a:r>
            <a:endParaRPr lang="en-US" sz="14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-1188720"/>
            <a:ext cx="3017520" cy="3017520"/>
          </a:xfrm>
          <a:prstGeom prst="rect">
            <a:avLst/>
          </a:prstGeom>
        </p:spPr>
      </p:pic>
      <p:pic>
        <p:nvPicPr>
          <p:cNvPr id="3" name="Image 1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0080" y="530352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Recommendation Engine</a:t>
            </a:r>
            <a:endParaRPr lang="en-US" sz="3300"/>
          </a:p>
        </p:txBody>
      </p:sp>
      <p:sp>
        <p:nvSpPr>
          <p:cNvPr id="5" name="Text 1"/>
          <p:cNvSpPr/>
          <p:nvPr/>
        </p:nvSpPr>
        <p:spPr>
          <a:xfrm>
            <a:off x="713232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Reci's For You page gets sharper with every tap.</a:t>
            </a:r>
            <a:endParaRPr lang="en-US" sz="1650"/>
          </a:p>
        </p:txBody>
      </p:sp>
      <p:sp>
        <p:nvSpPr>
          <p:cNvPr id="6" name="Shape 2"/>
          <p:cNvSpPr/>
          <p:nvPr/>
        </p:nvSpPr>
        <p:spPr>
          <a:xfrm>
            <a:off x="685800" y="233172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05156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Signals we read</a:t>
            </a:r>
            <a:endParaRPr lang="en-US" sz="1500"/>
          </a:p>
        </p:txBody>
      </p:sp>
      <p:sp>
        <p:nvSpPr>
          <p:cNvPr id="8" name="Text 4"/>
          <p:cNvSpPr/>
          <p:nvPr/>
        </p:nvSpPr>
        <p:spPr>
          <a:xfrm>
            <a:off x="1097280" y="32004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you like &amp; save</a:t>
            </a:r>
            <a:endParaRPr lang="en-US" sz="14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you've cooked</a:t>
            </a:r>
            <a:endParaRPr lang="en-US" sz="14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friends are loving</a:t>
            </a:r>
            <a:endParaRPr lang="en-US" sz="14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favorite cuisines</a:t>
            </a:r>
            <a:endParaRPr lang="en-US" sz="14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across Reci</a:t>
            </a:r>
            <a:endParaRPr lang="en-US" sz="1450"/>
          </a:p>
        </p:txBody>
      </p:sp>
      <p:sp>
        <p:nvSpPr>
          <p:cNvPr id="9" name="Text 5"/>
          <p:cNvSpPr/>
          <p:nvPr/>
        </p:nvSpPr>
        <p:spPr>
          <a:xfrm>
            <a:off x="4754880" y="33832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>
                <a:solidFill>
                  <a:srgbClr val="D966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3400"/>
          </a:p>
        </p:txBody>
      </p:sp>
      <p:sp>
        <p:nvSpPr>
          <p:cNvPr id="10" name="Shape 6"/>
          <p:cNvSpPr/>
          <p:nvPr/>
        </p:nvSpPr>
        <p:spPr>
          <a:xfrm>
            <a:off x="5715000" y="2331720"/>
            <a:ext cx="5760720" cy="1371600"/>
          </a:xfrm>
          <a:prstGeom prst="roundRect">
            <a:avLst>
              <a:gd name="adj" fmla="val 6667"/>
            </a:avLst>
          </a:prstGeom>
          <a:solidFill>
            <a:srgbClr val="211E18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035040" y="25420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Reci engine</a:t>
            </a:r>
            <a:endParaRPr lang="en-US" sz="1600"/>
          </a:p>
        </p:txBody>
      </p:sp>
      <p:sp>
        <p:nvSpPr>
          <p:cNvPr id="12" name="Text 8"/>
          <p:cNvSpPr/>
          <p:nvPr/>
        </p:nvSpPr>
        <p:spPr>
          <a:xfrm>
            <a:off x="6035040" y="29992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3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every signal and ranks each recipe just for you</a:t>
            </a:r>
            <a:endParaRPr lang="en-US" sz="1400"/>
          </a:p>
        </p:txBody>
      </p:sp>
      <p:sp>
        <p:nvSpPr>
          <p:cNvPr id="13" name="Shape 9"/>
          <p:cNvSpPr/>
          <p:nvPr/>
        </p:nvSpPr>
        <p:spPr>
          <a:xfrm>
            <a:off x="5715000" y="3977640"/>
            <a:ext cx="5760720" cy="1371600"/>
          </a:xfrm>
          <a:prstGeom prst="roundRect">
            <a:avLst>
              <a:gd name="adj" fmla="val 6667"/>
            </a:avLst>
          </a:prstGeom>
          <a:solidFill>
            <a:srgbClr val="FBF1E0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035040" y="41879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For You feed</a:t>
            </a:r>
            <a:endParaRPr lang="en-US" sz="1600"/>
          </a:p>
        </p:txBody>
      </p:sp>
      <p:sp>
        <p:nvSpPr>
          <p:cNvPr id="15" name="Text 11"/>
          <p:cNvSpPr/>
          <p:nvPr/>
        </p:nvSpPr>
        <p:spPr>
          <a:xfrm>
            <a:off x="6035040" y="46451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personal, ever-improving stream of recipes you'll want to make</a:t>
            </a:r>
            <a:endParaRPr lang="en-US" sz="1400"/>
          </a:p>
        </p:txBody>
      </p:sp>
      <p:sp>
        <p:nvSpPr>
          <p:cNvPr id="16" name="Text 12"/>
          <p:cNvSpPr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>
                <a:solidFill>
                  <a:srgbClr val="8C8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friendly: trending and cuisine defaults fill the feed before we know you - then your own signals take over.</a:t>
            </a:r>
            <a:endParaRPr lang="en-US" sz="13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-1463040"/>
            <a:ext cx="3657600" cy="3657600"/>
          </a:xfrm>
          <a:prstGeom prst="rect">
            <a:avLst/>
          </a:prstGeom>
        </p:spPr>
      </p:pic>
      <p:pic>
        <p:nvPicPr>
          <p:cNvPr id="3" name="Image 1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394960"/>
            <a:ext cx="1280160" cy="12801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to Ship</a:t>
            </a:r>
            <a:endParaRPr lang="en-US" sz="3300"/>
          </a:p>
        </p:txBody>
      </p:sp>
      <p:sp>
        <p:nvSpPr>
          <p:cNvPr id="5" name="Text 1"/>
          <p:cNvSpPr/>
          <p:nvPr/>
        </p:nvSpPr>
        <p:spPr>
          <a:xfrm>
            <a:off x="713232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deployed full-stack app — reachable by anyone with the link.</a:t>
            </a:r>
            <a:endParaRPr lang="en-US" sz="1650"/>
          </a:p>
        </p:txBody>
      </p:sp>
      <p:sp>
        <p:nvSpPr>
          <p:cNvPr id="6" name="Shape 2"/>
          <p:cNvSpPr/>
          <p:nvPr/>
        </p:nvSpPr>
        <p:spPr>
          <a:xfrm>
            <a:off x="685800" y="224028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005840" y="224028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500"/>
          </a:p>
        </p:txBody>
      </p:sp>
      <p:sp>
        <p:nvSpPr>
          <p:cNvPr id="8" name="Text 4"/>
          <p:cNvSpPr/>
          <p:nvPr/>
        </p:nvSpPr>
        <p:spPr>
          <a:xfrm>
            <a:off x="3291840" y="224028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TypeScript · CSS </a:t>
            </a:r>
            <a:endParaRPr lang="en-US" sz="1400"/>
          </a:p>
        </p:txBody>
      </p:sp>
      <p:sp>
        <p:nvSpPr>
          <p:cNvPr id="9" name="Text 5"/>
          <p:cNvSpPr/>
          <p:nvPr/>
        </p:nvSpPr>
        <p:spPr>
          <a:xfrm>
            <a:off x="8823960" y="224028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i="1">
                <a:solidFill>
                  <a:srgbClr val="D96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</a:t>
            </a:r>
            <a:endParaRPr lang="en-US" sz="1250"/>
          </a:p>
        </p:txBody>
      </p:sp>
      <p:sp>
        <p:nvSpPr>
          <p:cNvPr id="10" name="Shape 6"/>
          <p:cNvSpPr/>
          <p:nvPr/>
        </p:nvSpPr>
        <p:spPr>
          <a:xfrm>
            <a:off x="685800" y="3136392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BF1E0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005840" y="3136392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500"/>
          </a:p>
        </p:txBody>
      </p:sp>
      <p:sp>
        <p:nvSpPr>
          <p:cNvPr id="12" name="Text 8"/>
          <p:cNvSpPr/>
          <p:nvPr/>
        </p:nvSpPr>
        <p:spPr>
          <a:xfrm>
            <a:off x="3291840" y="3136392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</a:t>
            </a:r>
            <a:r>
              <a:rPr lang="en-US" sz="1400" err="1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40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400" err="1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r>
              <a:rPr lang="en-US" sz="140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Postgres</a:t>
            </a:r>
            <a:endParaRPr lang="en-US" sz="1400"/>
          </a:p>
        </p:txBody>
      </p:sp>
      <p:sp>
        <p:nvSpPr>
          <p:cNvPr id="13" name="Text 9"/>
          <p:cNvSpPr/>
          <p:nvPr/>
        </p:nvSpPr>
        <p:spPr>
          <a:xfrm>
            <a:off x="8823960" y="313639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i="1">
                <a:solidFill>
                  <a:srgbClr val="D96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server to run</a:t>
            </a:r>
            <a:endParaRPr lang="en-US" sz="1250"/>
          </a:p>
        </p:txBody>
      </p:sp>
      <p:sp>
        <p:nvSpPr>
          <p:cNvPr id="14" name="Shape 10"/>
          <p:cNvSpPr/>
          <p:nvPr/>
        </p:nvSpPr>
        <p:spPr>
          <a:xfrm>
            <a:off x="685800" y="4032504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005840" y="403250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&amp; Storage</a:t>
            </a:r>
            <a:endParaRPr lang="en-US" sz="1500"/>
          </a:p>
        </p:txBody>
      </p:sp>
      <p:sp>
        <p:nvSpPr>
          <p:cNvPr id="16" name="Text 12"/>
          <p:cNvSpPr/>
          <p:nvPr/>
        </p:nvSpPr>
        <p:spPr>
          <a:xfrm>
            <a:off x="3291840" y="4032504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 with row-level security · image storage</a:t>
            </a:r>
            <a:endParaRPr lang="en-US" sz="1400"/>
          </a:p>
        </p:txBody>
      </p:sp>
      <p:sp>
        <p:nvSpPr>
          <p:cNvPr id="17" name="Text 13"/>
          <p:cNvSpPr/>
          <p:nvPr/>
        </p:nvSpPr>
        <p:spPr>
          <a:xfrm>
            <a:off x="8823960" y="403250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i="1">
                <a:solidFill>
                  <a:srgbClr val="D96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per-user</a:t>
            </a:r>
            <a:endParaRPr lang="en-US" sz="1250"/>
          </a:p>
        </p:txBody>
      </p:sp>
      <p:sp>
        <p:nvSpPr>
          <p:cNvPr id="18" name="Shape 14"/>
          <p:cNvSpPr/>
          <p:nvPr/>
        </p:nvSpPr>
        <p:spPr>
          <a:xfrm>
            <a:off x="685800" y="4928616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BF1E0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1005840" y="492861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Recipe content</a:t>
            </a:r>
            <a:endParaRPr lang="en-US" sz="1500"/>
          </a:p>
        </p:txBody>
      </p:sp>
      <p:sp>
        <p:nvSpPr>
          <p:cNvPr id="20" name="Text 16"/>
          <p:cNvSpPr/>
          <p:nvPr/>
        </p:nvSpPr>
        <p:spPr>
          <a:xfrm>
            <a:off x="3291840" y="4928616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recipe data from </a:t>
            </a:r>
            <a:r>
              <a:rPr lang="en-US" sz="1400" err="1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AllRecipes</a:t>
            </a:r>
            <a:r>
              <a:rPr lang="en-US" sz="140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source attribution</a:t>
            </a:r>
            <a:endParaRPr lang="en-US" sz="1400"/>
          </a:p>
        </p:txBody>
      </p:sp>
      <p:sp>
        <p:nvSpPr>
          <p:cNvPr id="21" name="Text 17"/>
          <p:cNvSpPr/>
          <p:nvPr/>
        </p:nvSpPr>
        <p:spPr>
          <a:xfrm>
            <a:off x="8823960" y="492861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i="1">
                <a:solidFill>
                  <a:srgbClr val="D96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recipes</a:t>
            </a:r>
            <a:endParaRPr lang="en-US" sz="12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-1188720"/>
            <a:ext cx="3017520" cy="3017520"/>
          </a:xfrm>
          <a:prstGeom prst="rect">
            <a:avLst/>
          </a:prstGeom>
        </p:spPr>
      </p:pic>
      <p:pic>
        <p:nvPicPr>
          <p:cNvPr id="3" name="Image 1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0080" y="521208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Built</a:t>
            </a:r>
            <a:endParaRPr lang="en-US" sz="3300"/>
          </a:p>
        </p:txBody>
      </p:sp>
      <p:sp>
        <p:nvSpPr>
          <p:cNvPr id="5" name="Text 1"/>
          <p:cNvSpPr/>
          <p:nvPr/>
        </p:nvSpPr>
        <p:spPr>
          <a:xfrm>
            <a:off x="713232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end, deployed, and live for the judges right now.</a:t>
            </a:r>
            <a:endParaRPr lang="en-US" sz="1650"/>
          </a:p>
        </p:txBody>
      </p:sp>
      <p:sp>
        <p:nvSpPr>
          <p:cNvPr id="6" name="Shape 2"/>
          <p:cNvSpPr/>
          <p:nvPr/>
        </p:nvSpPr>
        <p:spPr>
          <a:xfrm>
            <a:off x="685800" y="219456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051560" y="2377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>
                <a:solidFill>
                  <a:srgbClr val="D966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400"/>
          </a:p>
        </p:txBody>
      </p:sp>
      <p:sp>
        <p:nvSpPr>
          <p:cNvPr id="8" name="Text 4"/>
          <p:cNvSpPr/>
          <p:nvPr/>
        </p:nvSpPr>
        <p:spPr>
          <a:xfrm>
            <a:off x="105156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tables  </a:t>
            </a:r>
            <a:r>
              <a:rPr lang="en-US" sz="130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with row-level security</a:t>
            </a:r>
            <a:endParaRPr lang="en-US" sz="1300"/>
          </a:p>
        </p:txBody>
      </p:sp>
      <p:sp>
        <p:nvSpPr>
          <p:cNvPr id="9" name="Shape 5"/>
          <p:cNvSpPr/>
          <p:nvPr/>
        </p:nvSpPr>
        <p:spPr>
          <a:xfrm>
            <a:off x="4389120" y="219456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754880" y="2377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>
                <a:solidFill>
                  <a:srgbClr val="D966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400"/>
          </a:p>
        </p:txBody>
      </p:sp>
      <p:sp>
        <p:nvSpPr>
          <p:cNvPr id="11" name="Text 7"/>
          <p:cNvSpPr/>
          <p:nvPr/>
        </p:nvSpPr>
        <p:spPr>
          <a:xfrm>
            <a:off x="475488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 </a:t>
            </a:r>
            <a:r>
              <a:rPr lang="en-US" sz="130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frontend + Python API</a:t>
            </a:r>
            <a:endParaRPr lang="en-US" sz="1300"/>
          </a:p>
        </p:txBody>
      </p:sp>
      <p:sp>
        <p:nvSpPr>
          <p:cNvPr id="12" name="Shape 8"/>
          <p:cNvSpPr/>
          <p:nvPr/>
        </p:nvSpPr>
        <p:spPr>
          <a:xfrm>
            <a:off x="8092440" y="219456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458200" y="2377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>
                <a:solidFill>
                  <a:srgbClr val="D9669A"/>
                </a:solidFill>
                <a:latin typeface="Arial Black" pitchFamily="34" charset="0"/>
              </a:rPr>
              <a:t>100</a:t>
            </a:r>
            <a:endParaRPr lang="en-US" sz="4400"/>
          </a:p>
        </p:txBody>
      </p:sp>
      <p:sp>
        <p:nvSpPr>
          <p:cNvPr id="14" name="Text 10"/>
          <p:cNvSpPr/>
          <p:nvPr/>
        </p:nvSpPr>
        <p:spPr>
          <a:xfrm>
            <a:off x="845820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recipes  </a:t>
            </a:r>
            <a:r>
              <a:rPr lang="en-US" sz="130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and attributed</a:t>
            </a:r>
            <a:endParaRPr lang="en-US" sz="1300"/>
          </a:p>
        </p:txBody>
      </p:sp>
      <p:sp>
        <p:nvSpPr>
          <p:cNvPr id="15" name="Shape 11"/>
          <p:cNvSpPr/>
          <p:nvPr/>
        </p:nvSpPr>
        <p:spPr>
          <a:xfrm>
            <a:off x="685800" y="416052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BF1E0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960120" y="416052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D966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/>
          </a:p>
        </p:txBody>
      </p:sp>
      <p:sp>
        <p:nvSpPr>
          <p:cNvPr id="17" name="Text 13"/>
          <p:cNvSpPr/>
          <p:nvPr/>
        </p:nvSpPr>
        <p:spPr>
          <a:xfrm>
            <a:off x="1463040" y="4160520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  </a:t>
            </a:r>
            <a:r>
              <a:rPr lang="en-US" sz="12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up, log in, log out.</a:t>
            </a:r>
            <a:endParaRPr lang="en-US" sz="1450"/>
          </a:p>
        </p:txBody>
      </p:sp>
      <p:sp>
        <p:nvSpPr>
          <p:cNvPr id="18" name="Shape 14"/>
          <p:cNvSpPr/>
          <p:nvPr/>
        </p:nvSpPr>
        <p:spPr>
          <a:xfrm>
            <a:off x="6217920" y="416052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BF1E0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492240" y="416052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D966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/>
          </a:p>
        </p:txBody>
      </p:sp>
      <p:sp>
        <p:nvSpPr>
          <p:cNvPr id="20" name="Text 16"/>
          <p:cNvSpPr/>
          <p:nvPr/>
        </p:nvSpPr>
        <p:spPr>
          <a:xfrm>
            <a:off x="6995160" y="4160520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social feed   </a:t>
            </a:r>
            <a:r>
              <a:rPr lang="en-US" sz="12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Like, save, comment, and rate - fully wired up.</a:t>
            </a:r>
            <a:endParaRPr lang="en-US" sz="1450"/>
          </a:p>
        </p:txBody>
      </p:sp>
      <p:sp>
        <p:nvSpPr>
          <p:cNvPr id="21" name="Shape 17"/>
          <p:cNvSpPr/>
          <p:nvPr/>
        </p:nvSpPr>
        <p:spPr>
          <a:xfrm>
            <a:off x="685800" y="516636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BF1E0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960120" y="516636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D966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/>
          </a:p>
        </p:txBody>
      </p:sp>
      <p:sp>
        <p:nvSpPr>
          <p:cNvPr id="23" name="Text 19"/>
          <p:cNvSpPr/>
          <p:nvPr/>
        </p:nvSpPr>
        <p:spPr>
          <a:xfrm>
            <a:off x="1463040" y="5166360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&amp; follows   </a:t>
            </a:r>
            <a:r>
              <a:rPr lang="en-US" sz="12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profiles with a working follow graph.</a:t>
            </a:r>
            <a:endParaRPr lang="en-US" sz="1450"/>
          </a:p>
        </p:txBody>
      </p:sp>
      <p:sp>
        <p:nvSpPr>
          <p:cNvPr id="24" name="Shape 20"/>
          <p:cNvSpPr/>
          <p:nvPr/>
        </p:nvSpPr>
        <p:spPr>
          <a:xfrm>
            <a:off x="6217920" y="516636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BF1E0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492240" y="516636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D966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/>
          </a:p>
        </p:txBody>
      </p:sp>
      <p:sp>
        <p:nvSpPr>
          <p:cNvPr id="26" name="Text 22"/>
          <p:cNvSpPr/>
          <p:nvPr/>
        </p:nvSpPr>
        <p:spPr>
          <a:xfrm>
            <a:off x="6995160" y="5166360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recipe content   </a:t>
            </a:r>
            <a:r>
              <a:rPr lang="en-US" sz="12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recipes pulled in through the scraper.</a:t>
            </a:r>
            <a:endParaRPr lang="en-US" sz="14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-1463040"/>
            <a:ext cx="3657600" cy="3657600"/>
          </a:xfrm>
          <a:prstGeom prst="rect">
            <a:avLst/>
          </a:prstGeom>
        </p:spPr>
      </p:pic>
      <p:pic>
        <p:nvPicPr>
          <p:cNvPr id="3" name="Image 1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48640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</a:t>
            </a:r>
            <a:endParaRPr lang="en-US" sz="3300"/>
          </a:p>
        </p:txBody>
      </p:sp>
      <p:sp>
        <p:nvSpPr>
          <p:cNvPr id="5" name="Text 1"/>
          <p:cNvSpPr/>
          <p:nvPr/>
        </p:nvSpPr>
        <p:spPr>
          <a:xfrm>
            <a:off x="713232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is live - here's what makes Reci indispensable.</a:t>
            </a:r>
            <a:endParaRPr lang="en-US" sz="1650"/>
          </a:p>
        </p:txBody>
      </p:sp>
      <p:sp>
        <p:nvSpPr>
          <p:cNvPr id="6" name="Shape 2"/>
          <p:cNvSpPr/>
          <p:nvPr/>
        </p:nvSpPr>
        <p:spPr>
          <a:xfrm>
            <a:off x="685800" y="22860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2" descr="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2606040"/>
            <a:ext cx="292608" cy="2926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54480" y="25420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ingredient substitutions</a:t>
            </a:r>
            <a:endParaRPr lang="en-US" sz="1500"/>
          </a:p>
        </p:txBody>
      </p:sp>
      <p:sp>
        <p:nvSpPr>
          <p:cNvPr id="9" name="Text 4"/>
          <p:cNvSpPr/>
          <p:nvPr/>
        </p:nvSpPr>
        <p:spPr>
          <a:xfrm>
            <a:off x="1554480" y="29992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something mid-recipe? Get smart swaps that still work.</a:t>
            </a:r>
            <a:endParaRPr lang="en-US" sz="1350"/>
          </a:p>
        </p:txBody>
      </p:sp>
      <p:sp>
        <p:nvSpPr>
          <p:cNvPr id="10" name="Shape 5"/>
          <p:cNvSpPr/>
          <p:nvPr/>
        </p:nvSpPr>
        <p:spPr>
          <a:xfrm>
            <a:off x="6217920" y="22860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3" descr="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60604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86600" y="25420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Pantry mode</a:t>
            </a:r>
            <a:endParaRPr lang="en-US" sz="1500"/>
          </a:p>
        </p:txBody>
      </p:sp>
      <p:sp>
        <p:nvSpPr>
          <p:cNvPr id="13" name="Text 7"/>
          <p:cNvSpPr/>
          <p:nvPr/>
        </p:nvSpPr>
        <p:spPr>
          <a:xfrm>
            <a:off x="7086600" y="29992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Reci what's in your kitchen; it suggests what to cook tonight.</a:t>
            </a:r>
            <a:endParaRPr lang="en-US" sz="1350"/>
          </a:p>
        </p:txBody>
      </p:sp>
      <p:sp>
        <p:nvSpPr>
          <p:cNvPr id="14" name="Shape 8"/>
          <p:cNvSpPr/>
          <p:nvPr/>
        </p:nvSpPr>
        <p:spPr>
          <a:xfrm>
            <a:off x="685800" y="38862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4" descr="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206240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54480" y="4142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Meal planner &amp; grocery lists</a:t>
            </a:r>
            <a:endParaRPr lang="en-US" sz="1500"/>
          </a:p>
        </p:txBody>
      </p:sp>
      <p:sp>
        <p:nvSpPr>
          <p:cNvPr id="17" name="Text 10"/>
          <p:cNvSpPr/>
          <p:nvPr/>
        </p:nvSpPr>
        <p:spPr>
          <a:xfrm>
            <a:off x="1554480" y="45994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week and auto-build a shopping list from your recipes.</a:t>
            </a:r>
            <a:endParaRPr lang="en-US" sz="1350"/>
          </a:p>
        </p:txBody>
      </p:sp>
      <p:sp>
        <p:nvSpPr>
          <p:cNvPr id="18" name="Shape 11"/>
          <p:cNvSpPr/>
          <p:nvPr/>
        </p:nvSpPr>
        <p:spPr>
          <a:xfrm>
            <a:off x="6217920" y="38862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5" descr="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206240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086600" y="4142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Private friend chat</a:t>
            </a:r>
            <a:endParaRPr lang="en-US" sz="1500"/>
          </a:p>
        </p:txBody>
      </p:sp>
      <p:sp>
        <p:nvSpPr>
          <p:cNvPr id="21" name="Text 13"/>
          <p:cNvSpPr/>
          <p:nvPr/>
        </p:nvSpPr>
        <p:spPr>
          <a:xfrm>
            <a:off x="7086600" y="45994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recipes and cook together in direct messages.</a:t>
            </a:r>
            <a:endParaRPr lang="en-US" sz="13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-1554480"/>
            <a:ext cx="4389120" cy="4389120"/>
          </a:xfrm>
          <a:prstGeom prst="rect">
            <a:avLst/>
          </a:prstGeom>
        </p:spPr>
      </p:pic>
      <p:pic>
        <p:nvPicPr>
          <p:cNvPr id="3" name="Image 1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85800"/>
            <a:ext cx="960120" cy="9601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914400" y="5120640"/>
            <a:ext cx="2377440" cy="2377440"/>
          </a:xfrm>
          <a:prstGeom prst="ellipse">
            <a:avLst/>
          </a:prstGeom>
          <a:ln w="22225">
            <a:solidFill>
              <a:srgbClr val="F2A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2" descr="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5394960"/>
            <a:ext cx="1051560" cy="105156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5240" y="2791253"/>
            <a:ext cx="12161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kern="0" spc="200">
                <a:solidFill>
                  <a:srgbClr val="211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RECI</a:t>
            </a:r>
            <a:endParaRPr lang="en-US" sz="8000"/>
          </a:p>
        </p:txBody>
      </p:sp>
      <p:sp>
        <p:nvSpPr>
          <p:cNvPr id="7" name="Text 2"/>
          <p:cNvSpPr/>
          <p:nvPr/>
        </p:nvSpPr>
        <p:spPr>
          <a:xfrm>
            <a:off x="30480" y="465201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made social.</a:t>
            </a:r>
            <a:endParaRPr lang="en-US" sz="2200"/>
          </a:p>
        </p:txBody>
      </p:sp>
      <p:sp>
        <p:nvSpPr>
          <p:cNvPr id="13" name="Text 7"/>
          <p:cNvSpPr/>
          <p:nvPr/>
        </p:nvSpPr>
        <p:spPr>
          <a:xfrm>
            <a:off x="0" y="598932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100">
                <a:solidFill>
                  <a:srgbClr val="8C8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Team </a:t>
            </a:r>
            <a:r>
              <a:rPr lang="en-US" sz="1300" kern="0" spc="100" err="1">
                <a:solidFill>
                  <a:srgbClr val="8C8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DOWminators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eff10ee-34d4-484d-964a-fd50d08195a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E969AD0652A04882E323D2FAE6042C" ma:contentTypeVersion="5" ma:contentTypeDescription="Create a new document." ma:contentTypeScope="" ma:versionID="f23e4e8b62585d36b908600f416e1481">
  <xsd:schema xmlns:xsd="http://www.w3.org/2001/XMLSchema" xmlns:xs="http://www.w3.org/2001/XMLSchema" xmlns:p="http://schemas.microsoft.com/office/2006/metadata/properties" xmlns:ns3="7eff10ee-34d4-484d-964a-fd50d08195a8" targetNamespace="http://schemas.microsoft.com/office/2006/metadata/properties" ma:root="true" ma:fieldsID="cb4607c5933b20de6b489856f84fd0bc" ns3:_="">
    <xsd:import namespace="7eff10ee-34d4-484d-964a-fd50d08195a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ff10ee-34d4-484d-964a-fd50d08195a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21F76C-22FB-452B-9E21-4B23AA9F917E}">
  <ds:schemaRefs>
    <ds:schemaRef ds:uri="http://www.w3.org/XML/1998/namespace"/>
    <ds:schemaRef ds:uri="7eff10ee-34d4-484d-964a-fd50d08195a8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471B5D4-D64D-4837-BCCC-FCBC6A5378E1}">
  <ds:schemaRefs>
    <ds:schemaRef ds:uri="7eff10ee-34d4-484d-964a-fd50d08195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7FDE40A-D3EF-40FC-9854-C8687DD3A3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</Words>
  <Application>Microsoft Office PowerPoint</Application>
  <PresentationFormat>Widescreen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 — Hackathon Pitch</dc:title>
  <dc:subject>PptxGenJS Presentation</dc:subject>
  <dc:creator>Team Reci</dc:creator>
  <cp:lastModifiedBy>Agarwal, Avaya Kumar</cp:lastModifiedBy>
  <cp:revision>2</cp:revision>
  <dcterms:created xsi:type="dcterms:W3CDTF">2026-06-30T21:47:26Z</dcterms:created>
  <dcterms:modified xsi:type="dcterms:W3CDTF">2026-07-01T00:59:52Z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0x010100CAE969AD0652A04882E323D2FAE6042C</vt:lpwstr>
  </property>
</Properties>
</file>